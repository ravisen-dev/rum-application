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Real User Monitoring (RUM)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05050"/>
                </a:solidFill>
              </a:rPr>
              <a:t>Business overview, benefits, application flow, architecture, and technology stack.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Why RUM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1. RUM captures real user behavior and performance in production.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2. Provides visibility into actual user experience, not just backend metrics.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3. Helps prioritize improvements based on real customer impact.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4. Supports faster problem resolution with actionable insights.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Benefits over Traditional Observability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1. Real User Monitoring focuses on customer experience rather than system metrics.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2. Traditional tools like Grafana visualize infrastructure metrics, but RUM shows front-end latency, page load, and errors in context.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3. RUM identifies problems in the application path that observability dashboards may miss.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4. Combines behavioral telemetry, performance, errors, and network activity in one view.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Applications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1. User interacts with the frontend application.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2. RUM SDK collects page views, network requests, errors, web vitals, and custom events.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3. Telemetry is sent to the backend RUM API ingestion endpoint.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4. Backend stores and processes telemetry data for analysis.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5. Dashboard presents aggregated application insights to stakeholders.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1. Frontend apps use the RUM SDK to instrument user activity.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2. RUM API backend ingests telemetry and stores it in PostgreSQL.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3. Dashboard reads telemetry from the backend API for visualization.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4. CORS-enabled local dev setup supports web apps and dashboard on separate ports.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1. rum-api: ASP.NET Core Minimal API, EF Core, PostgreSQL.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2. rum-dashboard: Angular 21 frontend dashboard.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3. rum-sdk: TypeScript SDK for browser telemetry collection.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4. rum-sdk-todos: Angular sample app demonstrating SDK integration.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dirty="0">
                <a:solidFill>
                  <a:srgbClr val="505050"/>
                </a:solidFill>
              </a:rPr>
              <a:t>5. Dev tools: Node.js, npm, dotnet, TypeScript, Angular CLI.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2026-06-02T04:11:08Z</dcterms:created>
  <dcterms:modified xsi:type="dcterms:W3CDTF">2026-06-02T04:11:08Z</dcterms:modified>
</cp:coreProperties>
</file>